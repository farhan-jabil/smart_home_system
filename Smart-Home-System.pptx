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2" r:id="rId1"/>
  </p:sldMasterIdLst>
  <p:sldIdLst>
    <p:sldId id="256" r:id="rId2"/>
    <p:sldId id="276" r:id="rId3"/>
    <p:sldId id="258" r:id="rId4"/>
    <p:sldId id="262" r:id="rId5"/>
    <p:sldId id="261" r:id="rId6"/>
    <p:sldId id="265" r:id="rId7"/>
    <p:sldId id="264" r:id="rId8"/>
    <p:sldId id="263" r:id="rId9"/>
    <p:sldId id="266" r:id="rId10"/>
    <p:sldId id="267" r:id="rId11"/>
    <p:sldId id="270" r:id="rId12"/>
    <p:sldId id="269" r:id="rId13"/>
    <p:sldId id="268" r:id="rId14"/>
    <p:sldId id="274" r:id="rId15"/>
    <p:sldId id="272" r:id="rId16"/>
    <p:sldId id="275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11" autoAdjust="0"/>
    <p:restoredTop sz="94660" autoAdjust="0"/>
  </p:normalViewPr>
  <p:slideViewPr>
    <p:cSldViewPr snapToGrid="0">
      <p:cViewPr varScale="1">
        <p:scale>
          <a:sx n="93" d="100"/>
          <a:sy n="93" d="100"/>
        </p:scale>
        <p:origin x="76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3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615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97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5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0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30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0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8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70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302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0162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032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513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42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930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68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8665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E97C-0D16-46FA-98A7-0E1288CC9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441" y="76854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Smart Home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9AC96-AEA7-4406-841D-CBEB6ABA59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6DDB4-BE22-41C3-9D12-528EC352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067" y="2130725"/>
            <a:ext cx="7783582" cy="447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7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19979" y="1053069"/>
            <a:ext cx="4110421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SG" sz="2800" b="1" u="sng" dirty="0" smtClean="0"/>
              <a:t>Presented By: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800" dirty="0" err="1" smtClean="0"/>
              <a:t>Hasan,Morad</a:t>
            </a:r>
            <a:endParaRPr lang="en-SG" sz="28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800" dirty="0" err="1" smtClean="0"/>
              <a:t>Shaker,Abu</a:t>
            </a:r>
            <a:endParaRPr lang="en-SG" sz="28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800" dirty="0" err="1" smtClean="0"/>
              <a:t>Jabil,Farhan</a:t>
            </a:r>
            <a:r>
              <a:rPr lang="en-SG" sz="2800" dirty="0" smtClean="0"/>
              <a:t> Hassan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800" dirty="0" err="1"/>
              <a:t>Kowshik</a:t>
            </a:r>
            <a:r>
              <a:rPr lang="en-SG" sz="2800" dirty="0"/>
              <a:t> </a:t>
            </a:r>
            <a:r>
              <a:rPr lang="en-SG" sz="2800" dirty="0" err="1" smtClean="0"/>
              <a:t>Chokraborty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71862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70F20-B68F-4154-B3AF-15CBB811EB04}"/>
              </a:ext>
            </a:extLst>
          </p:cNvPr>
          <p:cNvSpPr/>
          <p:nvPr/>
        </p:nvSpPr>
        <p:spPr>
          <a:xfrm>
            <a:off x="1167089" y="2114273"/>
            <a:ext cx="897072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dirty="0"/>
              <a:t>What is smart home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8C2E3-7EA9-432E-B838-A208A9950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417" y="3492081"/>
            <a:ext cx="45148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2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B456-97F5-4907-9BFD-39E44ACE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966" y="823784"/>
            <a:ext cx="8596668" cy="1194486"/>
          </a:xfrm>
        </p:spPr>
        <p:txBody>
          <a:bodyPr>
            <a:normAutofit/>
          </a:bodyPr>
          <a:lstStyle/>
          <a:p>
            <a:r>
              <a:rPr lang="en-US" sz="5400" dirty="0"/>
              <a:t>Why Smart Home?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508" y="1820562"/>
            <a:ext cx="5591175" cy="417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8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9FDC90-6B84-4E23-818D-ED978B63EFA1}"/>
              </a:ext>
            </a:extLst>
          </p:cNvPr>
          <p:cNvSpPr/>
          <p:nvPr/>
        </p:nvSpPr>
        <p:spPr>
          <a:xfrm>
            <a:off x="36345" y="0"/>
            <a:ext cx="397576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/>
              <a:t>UML Diagram: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u="sng" dirty="0"/>
              <a:t>Use Case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CC2BE-341C-49E5-8758-0B7D7E585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476"/>
            <a:ext cx="10803581" cy="572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7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073D4-37A4-455F-9AE1-6834D5AA9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3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A075C0-CCA1-44AE-B9E1-23A13FF8B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88FD24-D81D-459D-9A80-5B8D14E9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1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7A3AC7-3364-4624-86D9-13F523E8A897}"/>
              </a:ext>
            </a:extLst>
          </p:cNvPr>
          <p:cNvSpPr/>
          <p:nvPr/>
        </p:nvSpPr>
        <p:spPr>
          <a:xfrm>
            <a:off x="0" y="43934"/>
            <a:ext cx="28119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/>
              <a:t>Class Diagram: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6" y="567154"/>
            <a:ext cx="10223020" cy="592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A139E-DB0E-4AB1-9677-774800158148}"/>
              </a:ext>
            </a:extLst>
          </p:cNvPr>
          <p:cNvSpPr/>
          <p:nvPr/>
        </p:nvSpPr>
        <p:spPr>
          <a:xfrm>
            <a:off x="0" y="0"/>
            <a:ext cx="31774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/>
              <a:t>Activity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319C2-D199-4386-9F4B-B138EC8C5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088"/>
            <a:ext cx="12191999" cy="62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0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90" y="140043"/>
            <a:ext cx="9894077" cy="656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9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C066D-9362-4FE8-AD85-31387E0E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BB55C4-157F-4BB5-AAD3-945FBF02D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5" y="0"/>
            <a:ext cx="1227772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671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53CB57-8AC2-4AB9-87C6-803436664A1F}"/>
              </a:ext>
            </a:extLst>
          </p:cNvPr>
          <p:cNvSpPr/>
          <p:nvPr/>
        </p:nvSpPr>
        <p:spPr>
          <a:xfrm>
            <a:off x="0" y="0"/>
            <a:ext cx="20553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/>
              <a:t>Sequence: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667A8-5992-4803-9328-71FF5CC86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4" y="0"/>
            <a:ext cx="5762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5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35" y="163547"/>
            <a:ext cx="10041923" cy="65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2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81AA4-AA01-4405-825E-81778E647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699" y="0"/>
            <a:ext cx="6048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0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04884-31A9-42ED-8981-1D7D394BC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4" y="0"/>
            <a:ext cx="6257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1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5760" y="2796540"/>
            <a:ext cx="3489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dirty="0" smtClean="0"/>
              <a:t>THANK YOU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52350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142</TotalTime>
  <Words>38</Words>
  <Application>Microsoft Office PowerPoint</Application>
  <PresentationFormat>Widescreen</PresentationFormat>
  <Paragraphs>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</vt:lpstr>
      <vt:lpstr>Smart Home System</vt:lpstr>
      <vt:lpstr>PowerPoint Presentation</vt:lpstr>
      <vt:lpstr>PowerPoint Presentation</vt:lpstr>
      <vt:lpstr>Why Smart Home?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System</dc:title>
  <dc:creator>88019</dc:creator>
  <cp:lastModifiedBy>Farhan Jabil</cp:lastModifiedBy>
  <cp:revision>13</cp:revision>
  <dcterms:created xsi:type="dcterms:W3CDTF">2019-12-03T16:59:29Z</dcterms:created>
  <dcterms:modified xsi:type="dcterms:W3CDTF">2019-12-05T05:53:45Z</dcterms:modified>
</cp:coreProperties>
</file>